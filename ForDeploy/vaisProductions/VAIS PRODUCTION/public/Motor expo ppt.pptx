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63" r:id="rId2"/>
    <p:sldId id="258" r:id="rId3"/>
    <p:sldId id="260" r:id="rId4"/>
    <p:sldId id="256" r:id="rId5"/>
    <p:sldId id="257" r:id="rId6"/>
    <p:sldId id="259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15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8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2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5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11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73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2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33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4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31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02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71842-922C-49E0-AC86-C810D8CD37AE}" type="datetimeFigureOut">
              <a:rPr lang="en-IN" smtClean="0"/>
              <a:t>13-06-2025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24136-D6CB-4C6D-BD1C-A665D0829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052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628" y="42005"/>
            <a:ext cx="4726547" cy="6692456"/>
          </a:xfrm>
          <a:prstGeom prst="rect">
            <a:avLst/>
          </a:prstGeom>
        </p:spPr>
      </p:pic>
      <p:pic>
        <p:nvPicPr>
          <p:cNvPr id="3" name="Picture 2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998" y="257575"/>
            <a:ext cx="2971874" cy="74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69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5910" y="0"/>
            <a:ext cx="12076090" cy="723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are going to organize a motor expo where we will take different brands and there will be some sponsors like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Campa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Pepsi, Monster, Dada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Boudi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Bawarchi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there will be some banks like ICICI, Bank of India,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Indusind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Bank, state bank of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india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ahindra 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finance which will do on spot financing. It will be for 2 days there will be some activity, entertainment like a fashion show, magician, quiz competition and many more activity like that where 2000 people will gather daily, the brand will get good inquiries, leads will be generated, sales will happen….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IN" sz="1600" b="1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Setup..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x 10 tent with brand backdrop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 fan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Metal light 2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pc chair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 with frill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Stage with sound light and led backdrop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Hostess for registration and data collection on car display area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( 1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Each brand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 x 10 platform carpet with backdrop for car display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b="1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 and entertainment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Day 1) quiz completion, Magic show, group dance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Day 2) singing, fashion show with Brand Visibility, stand-up comedy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Female Anchor for Event Host 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 : 19th and 20th </a:t>
            </a:r>
            <a:r>
              <a:rPr lang="en-US" sz="16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july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 : 10 am to 8 pm</a:t>
            </a:r>
            <a:endParaRPr lang="en-IN" sz="16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 : </a:t>
            </a:r>
            <a:r>
              <a:rPr lang="en-US" sz="1400" kern="1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Patuli</a:t>
            </a:r>
            <a:r>
              <a:rPr lang="en-US" sz="14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Play ground </a:t>
            </a:r>
            <a:endParaRPr lang="en-IN" sz="1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sz="1400" b="1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400" b="1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 : 9836540414,8910973209,9679134109</a:t>
            </a:r>
            <a:endParaRPr lang="en-IN" sz="1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b="1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796" y="5653826"/>
            <a:ext cx="3835354" cy="96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95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646" y="830681"/>
            <a:ext cx="8180633" cy="5451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542" y="193180"/>
            <a:ext cx="2730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Main Expo Area </a:t>
            </a:r>
            <a:endParaRPr lang="en-IN" sz="2400" b="1" dirty="0"/>
          </a:p>
        </p:txBody>
      </p:sp>
      <p:pic>
        <p:nvPicPr>
          <p:cNvPr id="6" name="Picture 5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064" y="193180"/>
            <a:ext cx="2971874" cy="74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735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9" y="1532585"/>
            <a:ext cx="6020867" cy="38121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177" y="1532584"/>
            <a:ext cx="6161582" cy="38121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55" y="631065"/>
            <a:ext cx="222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Fashion Show</a:t>
            </a:r>
            <a:endParaRPr lang="en-IN" sz="2400" b="1" dirty="0"/>
          </a:p>
        </p:txBody>
      </p:sp>
      <p:pic>
        <p:nvPicPr>
          <p:cNvPr id="6" name="Picture 5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791" y="345845"/>
            <a:ext cx="2971874" cy="74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01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1" r="2137"/>
          <a:stretch/>
        </p:blipFill>
        <p:spPr>
          <a:xfrm>
            <a:off x="1777283" y="862885"/>
            <a:ext cx="8847787" cy="5884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71" y="296211"/>
            <a:ext cx="2562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Group Dance</a:t>
            </a:r>
            <a:endParaRPr lang="en-IN" sz="2400" b="1" dirty="0"/>
          </a:p>
        </p:txBody>
      </p:sp>
      <p:pic>
        <p:nvPicPr>
          <p:cNvPr id="6" name="Picture 5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487" y="153600"/>
            <a:ext cx="2971874" cy="74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14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9"/>
          <a:stretch/>
        </p:blipFill>
        <p:spPr>
          <a:xfrm>
            <a:off x="811369" y="978794"/>
            <a:ext cx="10506776" cy="5628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755" y="309090"/>
            <a:ext cx="3296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Magic Show Show</a:t>
            </a:r>
            <a:endParaRPr lang="en-IN" sz="2400" b="1" dirty="0"/>
          </a:p>
        </p:txBody>
      </p:sp>
      <p:pic>
        <p:nvPicPr>
          <p:cNvPr id="6" name="Picture 5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276" y="231909"/>
            <a:ext cx="2971874" cy="74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7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5908" y="180300"/>
            <a:ext cx="2137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Stall Activity</a:t>
            </a:r>
            <a:endParaRPr lang="en-IN" sz="2400" b="1" dirty="0"/>
          </a:p>
        </p:txBody>
      </p:sp>
      <p:pic>
        <p:nvPicPr>
          <p:cNvPr id="4" name="Picture 3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8307" y="165442"/>
            <a:ext cx="2971874" cy="74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58" y="912327"/>
            <a:ext cx="4174008" cy="556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37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273" y="218938"/>
            <a:ext cx="1957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Car display </a:t>
            </a:r>
            <a:endParaRPr lang="en-IN" sz="2400" b="1" dirty="0"/>
          </a:p>
        </p:txBody>
      </p:sp>
      <p:pic>
        <p:nvPicPr>
          <p:cNvPr id="6" name="Picture 5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970" y="218938"/>
            <a:ext cx="2971874" cy="74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532457" y="4121239"/>
            <a:ext cx="1203194" cy="9916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Isosceles Triangle 2"/>
          <p:cNvSpPr/>
          <p:nvPr/>
        </p:nvSpPr>
        <p:spPr>
          <a:xfrm rot="15696486">
            <a:off x="8300568" y="2795506"/>
            <a:ext cx="799269" cy="443637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281" y="854159"/>
            <a:ext cx="8592755" cy="57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9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98513" y="2485624"/>
            <a:ext cx="3039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       Thank you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C:\Users\Dell\AppData\Local\Microsoft\Windows\INetCache\IE\RJ240MKK\vais production(1)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860" y="3545825"/>
            <a:ext cx="4595630" cy="1154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056843" y="5009881"/>
            <a:ext cx="431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Visit : https://vaisproductions.com/expo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78937" y="5471376"/>
            <a:ext cx="5707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For Spot Booking – 9836540414,9679134109,8910873209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0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140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16</cp:revision>
  <dcterms:created xsi:type="dcterms:W3CDTF">2025-06-10T12:51:45Z</dcterms:created>
  <dcterms:modified xsi:type="dcterms:W3CDTF">2025-06-13T07:38:22Z</dcterms:modified>
</cp:coreProperties>
</file>